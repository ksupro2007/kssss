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57" d="100"/>
          <a:sy n="157" d="100"/>
        </p:scale>
        <p:origin x="-221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E1FAD-86EA-44A7-9D85-43501890E0B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5BD-46FE-4118-BB4A-1B95311D7B2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E1FAD-86EA-44A7-9D85-43501890E0B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5BD-46FE-4118-BB4A-1B95311D7B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E1FAD-86EA-44A7-9D85-43501890E0B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A7F35BD-46FE-4118-BB4A-1B95311D7B25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E1FAD-86EA-44A7-9D85-43501890E0B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5BD-46FE-4118-BB4A-1B95311D7B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E1FAD-86EA-44A7-9D85-43501890E0B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5BD-46FE-4118-BB4A-1B95311D7B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E1FAD-86EA-44A7-9D85-43501890E0B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5BD-46FE-4118-BB4A-1B95311D7B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E1FAD-86EA-44A7-9D85-43501890E0B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5BD-46FE-4118-BB4A-1B95311D7B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E1FAD-86EA-44A7-9D85-43501890E0B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5BD-46FE-4118-BB4A-1B95311D7B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E1FAD-86EA-44A7-9D85-43501890E0B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5BD-46FE-4118-BB4A-1B95311D7B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E1FAD-86EA-44A7-9D85-43501890E0B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5BD-46FE-4118-BB4A-1B95311D7B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E1FAD-86EA-44A7-9D85-43501890E0B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5BD-46FE-4118-BB4A-1B95311D7B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0E1FAD-86EA-44A7-9D85-43501890E0B2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A7F35BD-46FE-4118-BB4A-1B95311D7B25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avatars.mds.yandex.net/i?id=e7ad173cdd78c1d9c3a7bb36d6122cf2a279552c-3654563-images-thumbs&amp;n=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572692" cy="7173917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785982" y="71414"/>
            <a:ext cx="7772400" cy="1470025"/>
          </a:xfrm>
        </p:spPr>
        <p:txBody>
          <a:bodyPr/>
          <a:lstStyle/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 </a:t>
            </a:r>
            <a:r>
              <a:rPr lang="ru-RU" dirty="0" err="1"/>
              <a:t>Unity</a:t>
            </a:r>
            <a:r>
              <a:rPr lang="ru-RU" dirty="0"/>
              <a:t> — мощный и универсальный игровой движок, популярный среди разработчиков всех уровней.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357430"/>
            <a:ext cx="6929486" cy="38978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143040" y="214290"/>
            <a:ext cx="8229600" cy="1143000"/>
          </a:xfrm>
        </p:spPr>
        <p:txBody>
          <a:bodyPr/>
          <a:lstStyle/>
          <a:p>
            <a:r>
              <a:rPr lang="ru-RU" b="1" dirty="0"/>
              <a:t>Возможности </a:t>
            </a:r>
            <a:r>
              <a:rPr lang="en-US" b="1" dirty="0"/>
              <a:t>Unity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Движок позволяет создавать интерактивные 2D и 3D-проекты, поддерживает высококачественные визуальные эффекты и реалистичное освещение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3929066"/>
            <a:ext cx="4572000" cy="25717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Поддержка различных платформ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 </a:t>
            </a:r>
            <a:r>
              <a:rPr lang="ru-RU" dirty="0" err="1"/>
              <a:t>Unity</a:t>
            </a:r>
            <a:r>
              <a:rPr lang="ru-RU" dirty="0"/>
              <a:t> обеспечивает стабильную работу и интеграцию на ПК, оптимизирует приложения для мобильных платформ и игровых консолей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7170" name="Picture 2" descr="https://avatars.mds.yandex.net/i?id=3f6c44eb406189ef4dfaf600be323898913b1f57-10450775-images-thumbs&amp;n=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9058" y="3857628"/>
            <a:ext cx="4572000" cy="25717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Ресурсы и поддержка для разработчиков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Есть </a:t>
            </a:r>
            <a:r>
              <a:rPr lang="ru-RU" dirty="0" err="1"/>
              <a:t>онлайн-форумы</a:t>
            </a:r>
            <a:r>
              <a:rPr lang="ru-RU" dirty="0"/>
              <a:t> и сообщества для обмена опытом и решения проблем, доступ к обучающим материалам, курсы и </a:t>
            </a:r>
            <a:r>
              <a:rPr lang="ru-RU" dirty="0" err="1"/>
              <a:t>вебинары</a:t>
            </a:r>
            <a:r>
              <a:rPr lang="ru-RU" dirty="0"/>
              <a:t> для повышения квалификации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819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3714752"/>
            <a:ext cx="5072098" cy="28555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Примеры успешных проектов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Среди созданных на </a:t>
            </a:r>
            <a:r>
              <a:rPr lang="en-US" dirty="0"/>
              <a:t>Unity </a:t>
            </a:r>
            <a:r>
              <a:rPr lang="ru-RU" dirty="0"/>
              <a:t>игр — </a:t>
            </a:r>
            <a:r>
              <a:rPr lang="en-US" dirty="0" err="1"/>
              <a:t>Subnautica</a:t>
            </a:r>
            <a:r>
              <a:rPr lang="en-US" dirty="0"/>
              <a:t>, </a:t>
            </a:r>
            <a:r>
              <a:rPr lang="en-US" dirty="0" err="1"/>
              <a:t>BitSky</a:t>
            </a:r>
            <a:r>
              <a:rPr lang="en-US" dirty="0"/>
              <a:t>, </a:t>
            </a:r>
            <a:r>
              <a:rPr lang="en-US" dirty="0" err="1"/>
              <a:t>Genshin</a:t>
            </a:r>
            <a:r>
              <a:rPr lang="en-US" dirty="0"/>
              <a:t> Impact, Pokémon Go</a:t>
            </a:r>
            <a:r>
              <a:rPr lang="en-US" dirty="0" smtClean="0"/>
              <a:t>.</a:t>
            </a:r>
            <a:endParaRPr lang="ru-RU" dirty="0"/>
          </a:p>
        </p:txBody>
      </p:sp>
      <p:pic>
        <p:nvPicPr>
          <p:cNvPr id="9218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3500438"/>
            <a:ext cx="4699001" cy="2643189"/>
          </a:xfrm>
          <a:prstGeom prst="rect">
            <a:avLst/>
          </a:prstGeom>
          <a:noFill/>
        </p:spPr>
      </p:pic>
      <p:pic>
        <p:nvPicPr>
          <p:cNvPr id="9220" name="Picture 4" descr="https://avatars.mds.yandex.net/i?id=1e9d5c477d2abb36690d46ed68c5358ba79389d9594c4b1d-12649328-images-thumbs&amp;n=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7" y="3500438"/>
            <a:ext cx="4699031" cy="264320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История </a:t>
            </a:r>
            <a:r>
              <a:rPr lang="en-US" b="1" dirty="0"/>
              <a:t>Unity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Unity</a:t>
            </a:r>
            <a:r>
              <a:rPr lang="ru-RU" dirty="0"/>
              <a:t> — </a:t>
            </a:r>
            <a:r>
              <a:rPr lang="ru-RU" dirty="0" err="1"/>
              <a:t>кроссплатформенный</a:t>
            </a:r>
            <a:r>
              <a:rPr lang="ru-RU" dirty="0"/>
              <a:t> игровой движок, разработанный компанией </a:t>
            </a:r>
            <a:r>
              <a:rPr lang="ru-RU" dirty="0" err="1"/>
              <a:t>Unity</a:t>
            </a:r>
            <a:r>
              <a:rPr lang="ru-RU" dirty="0"/>
              <a:t> </a:t>
            </a:r>
            <a:r>
              <a:rPr lang="ru-RU" dirty="0" err="1"/>
              <a:t>Technologies</a:t>
            </a:r>
            <a:r>
              <a:rPr lang="ru-RU" dirty="0"/>
              <a:t>. Впервые анонсирован и выпущен в </a:t>
            </a:r>
            <a:r>
              <a:rPr lang="ru-RU" b="1" dirty="0"/>
              <a:t>июне 2005 года</a:t>
            </a:r>
            <a:r>
              <a:rPr lang="ru-RU" dirty="0"/>
              <a:t> на Всемирной конференции разработчиков </a:t>
            </a:r>
            <a:r>
              <a:rPr lang="ru-RU" dirty="0" err="1"/>
              <a:t>Apple</a:t>
            </a:r>
            <a:r>
              <a:rPr lang="ru-RU" dirty="0"/>
              <a:t> в качестве игрового движка </a:t>
            </a:r>
            <a:r>
              <a:rPr lang="ru-RU" dirty="0" err="1"/>
              <a:t>Mac</a:t>
            </a:r>
            <a:r>
              <a:rPr lang="ru-RU" dirty="0"/>
              <a:t> OS X.</a:t>
            </a:r>
          </a:p>
        </p:txBody>
      </p:sp>
      <p:pic>
        <p:nvPicPr>
          <p:cNvPr id="19458" name="Picture 2" descr="https://avatars.mds.yandex.net/i?id=2663ae54c4d581fc925169b31994e306ba1038e2-4120695-images-thumbs&amp;n=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2066" y="4714884"/>
            <a:ext cx="3428992" cy="192880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Unity</a:t>
            </a:r>
            <a:r>
              <a:rPr lang="ru-RU" dirty="0"/>
              <a:t> — это мощный и универсальный инструмент для создания игр и не только, доступный как профессионалам, так и новичкам.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ПРОСМОТР </a:t>
            </a:r>
            <a:r>
              <a:rPr lang="en-US" dirty="0" smtClean="0"/>
              <a:t>&lt;3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482" name="Picture 2" descr="https://yastatic.net/naydex/yandex-search/EVZ87eJ82/41ed5b_EWjY/Sw3bHf4IAXdEmKudZRu_vfsWxT6ybk3S5-9O1T3Vz0yMZ86gReFqKGv97GmGyAybzr8Jvm-TrzV9li-9upSoyMvISA0uz9RiVh45jmTZ_rop0Zc-o6lZUCIpm0P4VgyOzedV-ploovGgZ3Oh2EMKWxn-Sa1pQr-vs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1857364"/>
            <a:ext cx="4572032" cy="45720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15</TotalTime>
  <Words>98</Words>
  <Application>Microsoft Office PowerPoint</Application>
  <PresentationFormat>Экран (4:3)</PresentationFormat>
  <Paragraphs>13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Апекс</vt:lpstr>
      <vt:lpstr>Слайд 1</vt:lpstr>
      <vt:lpstr> Unity — мощный и универсальный игровой движок, популярный среди разработчиков всех уровней.</vt:lpstr>
      <vt:lpstr>Возможности Unity</vt:lpstr>
      <vt:lpstr>Поддержка различных платформ</vt:lpstr>
      <vt:lpstr>Ресурсы и поддержка для разработчиков</vt:lpstr>
      <vt:lpstr>Примеры успешных проектов</vt:lpstr>
      <vt:lpstr>История Unity</vt:lpstr>
      <vt:lpstr>Слайд 8</vt:lpstr>
      <vt:lpstr>СПАСИБО ЗА ПРОСМОТР &lt;3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pr-25.107k-tia</dc:creator>
  <cp:lastModifiedBy>pr-25.107k-tia</cp:lastModifiedBy>
  <cp:revision>3</cp:revision>
  <dcterms:created xsi:type="dcterms:W3CDTF">2026-03-31T07:25:06Z</dcterms:created>
  <dcterms:modified xsi:type="dcterms:W3CDTF">2026-03-31T07:40:30Z</dcterms:modified>
</cp:coreProperties>
</file>